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4224000" cy="20104100"/>
  <p:notesSz cx="14224000" cy="20104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>
      <p:cViewPr>
        <p:scale>
          <a:sx n="34" d="100"/>
          <a:sy n="34" d="100"/>
        </p:scale>
        <p:origin x="3256" y="5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6800" y="6232271"/>
            <a:ext cx="12090400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3600" y="11258296"/>
            <a:ext cx="9956800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525"/>
              </a:lnSpc>
            </a:pPr>
            <a:r>
              <a:rPr spc="-5" dirty="0"/>
              <a:t>Affiliation Logo </a:t>
            </a:r>
            <a:r>
              <a:rPr dirty="0"/>
              <a:t>if</a:t>
            </a:r>
            <a:r>
              <a:rPr spc="5" dirty="0"/>
              <a:t> </a:t>
            </a:r>
            <a:r>
              <a:rPr spc="-5" dirty="0"/>
              <a:t>needed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525"/>
              </a:lnSpc>
            </a:pPr>
            <a:r>
              <a:rPr spc="-5" dirty="0"/>
              <a:t>Affiliation Logo </a:t>
            </a:r>
            <a:r>
              <a:rPr dirty="0"/>
              <a:t>if</a:t>
            </a:r>
            <a:r>
              <a:rPr spc="5" dirty="0"/>
              <a:t> </a:t>
            </a:r>
            <a:r>
              <a:rPr spc="-5" dirty="0"/>
              <a:t>needed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11200" y="4623943"/>
            <a:ext cx="618744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25360" y="4623943"/>
            <a:ext cx="618744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525"/>
              </a:lnSpc>
            </a:pPr>
            <a:r>
              <a:rPr spc="-5" dirty="0"/>
              <a:t>Affiliation Logo </a:t>
            </a:r>
            <a:r>
              <a:rPr dirty="0"/>
              <a:t>if</a:t>
            </a:r>
            <a:r>
              <a:rPr spc="5" dirty="0"/>
              <a:t> </a:t>
            </a:r>
            <a:r>
              <a:rPr spc="-5" dirty="0"/>
              <a:t>needed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525"/>
              </a:lnSpc>
            </a:pPr>
            <a:r>
              <a:rPr spc="-5" dirty="0"/>
              <a:t>Affiliation Logo </a:t>
            </a:r>
            <a:r>
              <a:rPr dirty="0"/>
              <a:t>if</a:t>
            </a:r>
            <a:r>
              <a:rPr spc="5" dirty="0"/>
              <a:t> </a:t>
            </a:r>
            <a:r>
              <a:rPr spc="-5" dirty="0"/>
              <a:t>needed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525"/>
              </a:lnSpc>
            </a:pPr>
            <a:r>
              <a:rPr spc="-5" dirty="0"/>
              <a:t>Affiliation Logo </a:t>
            </a:r>
            <a:r>
              <a:rPr dirty="0"/>
              <a:t>if</a:t>
            </a:r>
            <a:r>
              <a:rPr spc="5" dirty="0"/>
              <a:t> </a:t>
            </a:r>
            <a:r>
              <a:rPr spc="-5" dirty="0"/>
              <a:t>needed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1200" y="804164"/>
            <a:ext cx="12801600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1200" y="4623943"/>
            <a:ext cx="1280160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40315" y="19063575"/>
            <a:ext cx="4337684" cy="465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525"/>
              </a:lnSpc>
            </a:pPr>
            <a:r>
              <a:rPr spc="-5" dirty="0"/>
              <a:t>Affiliation Logo </a:t>
            </a:r>
            <a:r>
              <a:rPr dirty="0"/>
              <a:t>if</a:t>
            </a:r>
            <a:r>
              <a:rPr spc="5" dirty="0"/>
              <a:t> </a:t>
            </a:r>
            <a:r>
              <a:rPr spc="-5" dirty="0"/>
              <a:t>needed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11200" y="18696814"/>
            <a:ext cx="32715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41280" y="18696814"/>
            <a:ext cx="32715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390269"/>
            <a:ext cx="6843030" cy="147138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3000"/>
            <a:ext cx="9426606" cy="53714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18813" y="5390269"/>
            <a:ext cx="7209791" cy="147138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402388" y="43000"/>
            <a:ext cx="4816535" cy="53714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004376" y="5390269"/>
            <a:ext cx="214542" cy="1471383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329073" y="1877171"/>
            <a:ext cx="2691446" cy="5885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38172" y="626688"/>
            <a:ext cx="828040" cy="490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100" b="1" spc="-6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3100" b="1" dirty="0">
                <a:solidFill>
                  <a:srgbClr val="231F20"/>
                </a:solidFill>
                <a:latin typeface="Arial"/>
                <a:cs typeface="Arial"/>
              </a:rPr>
              <a:t>itle</a:t>
            </a:r>
            <a:endParaRPr sz="3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03590" y="1701928"/>
            <a:ext cx="897255" cy="522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5405">
              <a:lnSpc>
                <a:spcPts val="2030"/>
              </a:lnSpc>
            </a:pPr>
            <a:r>
              <a:rPr sz="1700" i="1" spc="-5" dirty="0">
                <a:solidFill>
                  <a:srgbClr val="231F20"/>
                </a:solidFill>
                <a:latin typeface="Arial"/>
                <a:cs typeface="Arial"/>
              </a:rPr>
              <a:t>Authors  Affiliation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05051" y="2701721"/>
            <a:ext cx="247904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b="1" spc="10" dirty="0">
                <a:solidFill>
                  <a:srgbClr val="231F20"/>
                </a:solidFill>
                <a:latin typeface="Arial"/>
                <a:cs typeface="Arial"/>
              </a:rPr>
              <a:t>Contents and</a:t>
            </a:r>
            <a:r>
              <a:rPr sz="1850" b="1" spc="-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50" b="1" spc="15" dirty="0">
                <a:solidFill>
                  <a:srgbClr val="231F20"/>
                </a:solidFill>
                <a:latin typeface="Arial"/>
                <a:cs typeface="Arial"/>
              </a:rPr>
              <a:t>Figures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35523" y="2701721"/>
            <a:ext cx="247904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b="1" spc="10" dirty="0">
                <a:solidFill>
                  <a:srgbClr val="231F20"/>
                </a:solidFill>
                <a:latin typeface="Arial"/>
                <a:cs typeface="Arial"/>
              </a:rPr>
              <a:t>Contents and</a:t>
            </a:r>
            <a:r>
              <a:rPr sz="1850" b="1" spc="-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50" b="1" spc="15" dirty="0">
                <a:solidFill>
                  <a:srgbClr val="231F20"/>
                </a:solidFill>
                <a:latin typeface="Arial"/>
                <a:cs typeface="Arial"/>
              </a:rPr>
              <a:t>Figures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10606" y="3208230"/>
            <a:ext cx="4867275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b="1" spc="10" dirty="0">
                <a:solidFill>
                  <a:srgbClr val="006294"/>
                </a:solidFill>
                <a:latin typeface="Arial"/>
                <a:cs typeface="Arial"/>
              </a:rPr>
              <a:t>INTRODUCTION (OR</a:t>
            </a:r>
            <a:r>
              <a:rPr sz="2050" b="1" spc="-85" dirty="0">
                <a:solidFill>
                  <a:srgbClr val="006294"/>
                </a:solidFill>
                <a:latin typeface="Arial"/>
                <a:cs typeface="Arial"/>
              </a:rPr>
              <a:t> </a:t>
            </a:r>
            <a:r>
              <a:rPr sz="2050" b="1" spc="5" dirty="0">
                <a:solidFill>
                  <a:srgbClr val="006294"/>
                </a:solidFill>
                <a:latin typeface="Arial"/>
                <a:cs typeface="Arial"/>
              </a:rPr>
              <a:t>REQUIREMENTS)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30478" y="3208230"/>
            <a:ext cx="1689100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b="1" spc="10" dirty="0">
                <a:solidFill>
                  <a:srgbClr val="006294"/>
                </a:solidFill>
                <a:latin typeface="Arial"/>
                <a:cs typeface="Arial"/>
              </a:rPr>
              <a:t>OBJECTIVES</a:t>
            </a:r>
            <a:endParaRPr sz="2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28683" y="8119129"/>
            <a:ext cx="1231265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b="1" spc="5" dirty="0">
                <a:solidFill>
                  <a:srgbClr val="006294"/>
                </a:solidFill>
                <a:latin typeface="Arial"/>
                <a:cs typeface="Arial"/>
              </a:rPr>
              <a:t>RESU</a:t>
            </a:r>
            <a:r>
              <a:rPr sz="2050" b="1" spc="-145" dirty="0">
                <a:solidFill>
                  <a:srgbClr val="006294"/>
                </a:solidFill>
                <a:latin typeface="Arial"/>
                <a:cs typeface="Arial"/>
              </a:rPr>
              <a:t>L</a:t>
            </a:r>
            <a:r>
              <a:rPr sz="2050" b="1" spc="10" dirty="0">
                <a:solidFill>
                  <a:srgbClr val="006294"/>
                </a:solidFill>
                <a:latin typeface="Arial"/>
                <a:cs typeface="Arial"/>
              </a:rPr>
              <a:t>TS</a:t>
            </a:r>
            <a:endParaRPr sz="20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59155" y="8119129"/>
            <a:ext cx="1231265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b="1" spc="5" dirty="0">
                <a:solidFill>
                  <a:srgbClr val="006294"/>
                </a:solidFill>
                <a:latin typeface="Arial"/>
                <a:cs typeface="Arial"/>
              </a:rPr>
              <a:t>RESU</a:t>
            </a:r>
            <a:r>
              <a:rPr sz="2050" b="1" spc="-145" dirty="0">
                <a:solidFill>
                  <a:srgbClr val="006294"/>
                </a:solidFill>
                <a:latin typeface="Arial"/>
                <a:cs typeface="Arial"/>
              </a:rPr>
              <a:t>L</a:t>
            </a:r>
            <a:r>
              <a:rPr sz="2050" b="1" spc="10" dirty="0">
                <a:solidFill>
                  <a:srgbClr val="006294"/>
                </a:solidFill>
                <a:latin typeface="Arial"/>
                <a:cs typeface="Arial"/>
              </a:rPr>
              <a:t>TS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49181" y="13424379"/>
            <a:ext cx="1790064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b="1" spc="5" dirty="0">
                <a:solidFill>
                  <a:srgbClr val="006294"/>
                </a:solidFill>
                <a:latin typeface="Arial"/>
                <a:cs typeface="Arial"/>
              </a:rPr>
              <a:t>CONCLUSION</a:t>
            </a:r>
            <a:endParaRPr sz="2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64912" y="13424379"/>
            <a:ext cx="1819275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b="1" spc="5" dirty="0">
                <a:solidFill>
                  <a:srgbClr val="006294"/>
                </a:solidFill>
                <a:latin typeface="Arial"/>
                <a:cs typeface="Arial"/>
              </a:rPr>
              <a:t>REFERENCES</a:t>
            </a:r>
            <a:endParaRPr sz="2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42313" y="17787570"/>
            <a:ext cx="9935210" cy="32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b="1" spc="5" dirty="0">
                <a:solidFill>
                  <a:srgbClr val="006294"/>
                </a:solidFill>
                <a:latin typeface="Arial"/>
                <a:cs typeface="Arial"/>
              </a:rPr>
              <a:t>Add </a:t>
            </a:r>
            <a:r>
              <a:rPr sz="2050" b="1" dirty="0">
                <a:solidFill>
                  <a:srgbClr val="006294"/>
                </a:solidFill>
                <a:latin typeface="Arial"/>
                <a:cs typeface="Arial"/>
              </a:rPr>
              <a:t>acknowledgments, </a:t>
            </a:r>
            <a:r>
              <a:rPr sz="2050" b="1" spc="5" dirty="0">
                <a:solidFill>
                  <a:srgbClr val="006294"/>
                </a:solidFill>
                <a:latin typeface="Arial"/>
                <a:cs typeface="Arial"/>
              </a:rPr>
              <a:t>organizations involved, </a:t>
            </a:r>
            <a:r>
              <a:rPr sz="2050" b="1" spc="-10" dirty="0">
                <a:solidFill>
                  <a:srgbClr val="006294"/>
                </a:solidFill>
                <a:latin typeface="Arial"/>
                <a:cs typeface="Arial"/>
              </a:rPr>
              <a:t>logo’s </a:t>
            </a:r>
            <a:r>
              <a:rPr sz="2050" b="1" dirty="0">
                <a:solidFill>
                  <a:srgbClr val="006294"/>
                </a:solidFill>
                <a:latin typeface="Arial"/>
                <a:cs typeface="Arial"/>
              </a:rPr>
              <a:t>contact </a:t>
            </a:r>
            <a:r>
              <a:rPr sz="2050" b="1" spc="5" dirty="0">
                <a:solidFill>
                  <a:srgbClr val="006294"/>
                </a:solidFill>
                <a:latin typeface="Arial"/>
                <a:cs typeface="Arial"/>
              </a:rPr>
              <a:t>information</a:t>
            </a:r>
            <a:r>
              <a:rPr sz="2050" b="1" spc="180" dirty="0">
                <a:solidFill>
                  <a:srgbClr val="006294"/>
                </a:solidFill>
                <a:latin typeface="Arial"/>
                <a:cs typeface="Arial"/>
              </a:rPr>
              <a:t> </a:t>
            </a:r>
            <a:r>
              <a:rPr sz="2050" b="1" spc="5" dirty="0">
                <a:solidFill>
                  <a:srgbClr val="006294"/>
                </a:solidFill>
                <a:latin typeface="Arial"/>
                <a:cs typeface="Arial"/>
              </a:rPr>
              <a:t>here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332057" y="1219689"/>
            <a:ext cx="1684020" cy="582930"/>
          </a:xfrm>
          <a:prstGeom prst="rect">
            <a:avLst/>
          </a:prstGeom>
          <a:solidFill>
            <a:srgbClr val="006294"/>
          </a:solidFill>
          <a:ln w="5966">
            <a:solidFill>
              <a:srgbClr val="FBCD17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131445">
              <a:lnSpc>
                <a:spcPts val="2030"/>
              </a:lnSpc>
              <a:spcBef>
                <a:spcPts val="80"/>
              </a:spcBef>
            </a:pPr>
            <a:r>
              <a:rPr sz="1850" b="1" spc="15" dirty="0">
                <a:solidFill>
                  <a:srgbClr val="FFFFFF"/>
                </a:solidFill>
                <a:latin typeface="Arial"/>
                <a:cs typeface="Arial"/>
              </a:rPr>
              <a:t>Poster</a:t>
            </a:r>
            <a:r>
              <a:rPr sz="185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FFFFFF"/>
                </a:solidFill>
                <a:latin typeface="Arial"/>
                <a:cs typeface="Arial"/>
              </a:rPr>
              <a:t>No.</a:t>
            </a:r>
            <a:endParaRPr sz="1850">
              <a:latin typeface="Arial"/>
              <a:cs typeface="Arial"/>
            </a:endParaRPr>
          </a:p>
          <a:p>
            <a:pPr marL="138430">
              <a:lnSpc>
                <a:spcPts val="2030"/>
              </a:lnSpc>
            </a:pPr>
            <a:r>
              <a:rPr sz="1850" spc="15" dirty="0">
                <a:solidFill>
                  <a:srgbClr val="FFFFFF"/>
                </a:solidFill>
                <a:latin typeface="Arial"/>
                <a:cs typeface="Arial"/>
              </a:rPr>
              <a:t>A02-007</a:t>
            </a:r>
            <a:endParaRPr sz="18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009137" y="429575"/>
            <a:ext cx="2044125" cy="203611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5"/>
              </a:lnSpc>
            </a:pPr>
            <a:r>
              <a:rPr spc="-5" dirty="0"/>
              <a:t>Affiliation Logo </a:t>
            </a:r>
            <a:r>
              <a:rPr dirty="0"/>
              <a:t>if</a:t>
            </a:r>
            <a:r>
              <a:rPr spc="5" dirty="0"/>
              <a:t> </a:t>
            </a:r>
            <a:r>
              <a:rPr spc="-5" dirty="0"/>
              <a:t>needed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9947984-dca6-4f3e-b51a-a98f469cd961" xsi:nil="true"/>
    <lcf76f155ced4ddcb4097134ff3c332f xmlns="6cddef40-3773-4dee-b444-19a748ead85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4AFA79D65B6247BF533C58FB3C4208" ma:contentTypeVersion="16" ma:contentTypeDescription="Create a new document." ma:contentTypeScope="" ma:versionID="c58041e9070eeddb73a1493f73d00eef">
  <xsd:schema xmlns:xsd="http://www.w3.org/2001/XMLSchema" xmlns:xs="http://www.w3.org/2001/XMLSchema" xmlns:p="http://schemas.microsoft.com/office/2006/metadata/properties" xmlns:ns2="6cddef40-3773-4dee-b444-19a748ead854" xmlns:ns3="09947984-dca6-4f3e-b51a-a98f469cd961" targetNamespace="http://schemas.microsoft.com/office/2006/metadata/properties" ma:root="true" ma:fieldsID="1a66ec448c8b8f0c9ab8b4d59022122b" ns2:_="" ns3:_="">
    <xsd:import namespace="6cddef40-3773-4dee-b444-19a748ead854"/>
    <xsd:import namespace="09947984-dca6-4f3e-b51a-a98f469cd961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def40-3773-4dee-b444-19a748ead85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f252ff3-10ec-413d-9c93-3b08888010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947984-dca6-4f3e-b51a-a98f469cd961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6af939f-ce4a-496a-a648-cd14dfc56ac9}" ma:internalName="TaxCatchAll" ma:showField="CatchAllData" ma:web="09947984-dca6-4f3e-b51a-a98f469cd9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BC4743-0E3D-4852-956B-D96078252EEF}">
  <ds:schemaRefs>
    <ds:schemaRef ds:uri="http://schemas.microsoft.com/office/2006/metadata/properties"/>
    <ds:schemaRef ds:uri="http://schemas.microsoft.com/office/infopath/2007/PartnerControls"/>
    <ds:schemaRef ds:uri="09947984-dca6-4f3e-b51a-a98f469cd961"/>
    <ds:schemaRef ds:uri="6cddef40-3773-4dee-b444-19a748ead854"/>
  </ds:schemaRefs>
</ds:datastoreItem>
</file>

<file path=customXml/itemProps2.xml><?xml version="1.0" encoding="utf-8"?>
<ds:datastoreItem xmlns:ds="http://schemas.openxmlformats.org/officeDocument/2006/customXml" ds:itemID="{95E52791-C9FB-4114-A5F3-5C601E55D5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4D3532-B432-4FEA-B0FC-7BA60DB2DC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ddef40-3773-4dee-b444-19a748ead854"/>
    <ds:schemaRef ds:uri="09947984-dca6-4f3e-b51a-a98f469cd9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37</Words>
  <Application>Microsoft Macintosh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Mithun Manivannan</cp:lastModifiedBy>
  <cp:revision>1</cp:revision>
  <dcterms:created xsi:type="dcterms:W3CDTF">2026-07-02T17:00:38Z</dcterms:created>
  <dcterms:modified xsi:type="dcterms:W3CDTF">2026-07-26T20:21:21Z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2026-06-04T00:00:00Z</vt:filetime>
  </property>
  <property fmtid="{D5CDD505-2E9C-101B-9397-08002B2CF9AE}" pid="3" name="Creator">
    <vt:lpwstr>Adobe InDesign 21.1 (Macintosh)</vt:lpwstr>
  </property>
  <property fmtid="{D5CDD505-2E9C-101B-9397-08002B2CF9AE}" pid="4" name="LastSaved">
    <vt:filetime>2026-07-02T00:00:00Z</vt:filetime>
  </property>
  <property fmtid="{D5CDD505-2E9C-101B-9397-08002B2CF9AE}" pid="5" name="ContentTypeId">
    <vt:lpwstr>0x0101006D4AFA79D65B6247BF533C58FB3C4208</vt:lpwstr>
  </property>
</Properties>
</file>